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E5090"/>
                </a:solidFill>
              </a:defRPr>
            </a:pPr>
            <a:r>
              <a:t>客戶洗錢風險事件摘要模型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專案基本資料 (00_meta) | 2025-11-14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專案總覽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專案代號: RISK-AML-MDL-001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專案名稱: 客戶洗錢風險事件摘要模型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發起單位: 法遵部 / 風控部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專案類型: 新系統開發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專案性質: 監理申報 / 法遵要求 / 風險控制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優先等級: P0-Critical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關鍵時程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838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33333"/>
                          </a:solidFill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33333"/>
                          </a:solidFill>
                        </a:defRPr>
                      </a:pPr>
                      <a:r>
                        <a:t>預定日期</a:t>
                      </a:r>
                    </a:p>
                  </a:txBody>
                  <a:tcPr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33333"/>
                          </a:solidFill>
                        </a:defRPr>
                      </a:pPr>
                      <a:r>
                        <a:t>狀態</a:t>
                      </a:r>
                    </a:p>
                  </a:txBody>
                  <a:tcPr>
                    <a:solidFill>
                      <a:srgbClr val="D5E8F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需求確認完成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2025-12-15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規劃中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設計審查通過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2026-01-31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規劃中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開發完成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2026-04-15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規劃中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UAT 測試完成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2026-05-15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規劃中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正式上線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2026-05-31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規劃中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預期效益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量化效益: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減少人工風險分析時間: 預估節省 60% 以上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提升洗錢風險識別準確率: 目標提升至 85% 以上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加速風險事件摘要產出: 從 3 天縮短至即時生成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質化效益: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符合金融監理機關反洗錢法規要求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強化客戶風險管控能力，降低法遵風險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提供管理層即時風險儀表板，支援決策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問題陳述 - 現行痛點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客戶洗錢風險事件分散於多個系統，缺乏整合性摘要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人工彙整風險事件耗時且容易遺漏關鍵資訊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風險評分標準不一致，依賴人工判斷，缺乏客觀性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無法即時掌握高風險客戶動態，影響預警能力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監理申報準備作業繁複，資料品質難以保證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業務驅動因素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法規要求: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遵循《洗錢防制法》及相關子法規定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滿足金融監理機關（如金管會）監理要求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配合國際反洗錢標準（FATF 建議）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風險管理需求: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強化客戶風險分級管理機制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建立可量化、可追溯的風險評估模型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提升異常交易偵測與預警能力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專案範圍 - In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客戶風險事件資料整合引擎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洗錢風險評分模型（基於規則與機器學習）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客戶風險事件摘要自動產生功能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風險等級分類與標註（高/中/低風險）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風險儀表板與視覺化介面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風險趨勢分析與統計報表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高風險客戶自動預警通知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監理申報資料匯出功能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專案範圍 - Out of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不包含實時交易監控功能（由既有系統負責）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不包含客戶盡職調查(KYC)流程管理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不包含可疑交易申報(STR/SAR)的案件調查流程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不包含帳戶凍結或交易阻擋功能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不涉及客戶身分驗證(eKYC)機制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不包含反洗錢教育訓練管理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第一期不包含跨境交易風險分析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高階風險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0058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33333"/>
                          </a:solidFill>
                        </a:defRPr>
                      </a:pPr>
                      <a:r>
                        <a:t>風險ID</a:t>
                      </a:r>
                    </a:p>
                  </a:txBody>
                  <a:tcPr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33333"/>
                          </a:solidFill>
                        </a:defRPr>
                      </a:pPr>
                      <a:r>
                        <a:t>風險描述</a:t>
                      </a:r>
                    </a:p>
                  </a:txBody>
                  <a:tcPr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33333"/>
                          </a:solidFill>
                        </a:defRPr>
                      </a:pPr>
                      <a:r>
                        <a:t>機率</a:t>
                      </a:r>
                    </a:p>
                  </a:txBody>
                  <a:tcPr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333333"/>
                          </a:solidFill>
                        </a:defRPr>
                      </a:pPr>
                      <a:r>
                        <a:t>影響</a:t>
                      </a:r>
                    </a:p>
                  </a:txBody>
                  <a:tcPr>
                    <a:solidFill>
                      <a:srgbClr val="D5E8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資料品質不佳導致模型準確度低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跨系統資料整合複雜度高於預期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模型可解釋性不足無法通過稽核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關鍵人力（資料科學家）取得困難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5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成功標準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完成標準 (Definition of Done):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所有範圍內功能開發完成並通過測試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風險模型準確率達到設定門檻（目標 ≥ 85%）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UAT 測試通過率 ≥ 95%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資安測試通過（無高風險與中風險弱點）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驗收標準 (Acceptance Criteria):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法遵部與風控部簽核業務驗收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模型驗證委員會通過模型驗證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• 資安檢測通過（弱點掃描、滲透測試）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